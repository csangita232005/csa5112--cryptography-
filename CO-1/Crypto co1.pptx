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6C8668-32C8-4A4C-8217-CA42863D99F1}" type="doc">
      <dgm:prSet loTypeId="urn:microsoft.com/office/officeart/2005/8/layout/vList5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A30F010F-3103-4D5F-A8DD-6536C8078E74}">
      <dgm:prSet phldrT="[Text]"/>
      <dgm:spPr/>
      <dgm:t>
        <a:bodyPr/>
        <a:lstStyle/>
        <a:p>
          <a:pPr>
            <a:buNone/>
          </a:pPr>
          <a:r>
            <a:rPr lang="en-IN" dirty="0"/>
            <a:t>Features</a:t>
          </a:r>
        </a:p>
      </dgm:t>
    </dgm:pt>
    <dgm:pt modelId="{B8C63E6F-6092-4079-95BF-2B3716EFD063}" type="parTrans" cxnId="{CA059EE9-468E-409D-8AA8-A30E19E377AB}">
      <dgm:prSet/>
      <dgm:spPr/>
      <dgm:t>
        <a:bodyPr/>
        <a:lstStyle/>
        <a:p>
          <a:endParaRPr lang="en-IN"/>
        </a:p>
      </dgm:t>
    </dgm:pt>
    <dgm:pt modelId="{A0BEC925-C98B-4ED2-914A-C6060309E4C1}" type="sibTrans" cxnId="{CA059EE9-468E-409D-8AA8-A30E19E377AB}">
      <dgm:prSet/>
      <dgm:spPr/>
      <dgm:t>
        <a:bodyPr/>
        <a:lstStyle/>
        <a:p>
          <a:endParaRPr lang="en-IN"/>
        </a:p>
      </dgm:t>
    </dgm:pt>
    <dgm:pt modelId="{76A9141D-CF79-44CC-88E3-E5167C0BEE5C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Symmetric key encryption algorithm</a:t>
          </a:r>
        </a:p>
      </dgm:t>
    </dgm:pt>
    <dgm:pt modelId="{1F2233DB-D56D-4366-98A8-06394EEE15F9}" type="parTrans" cxnId="{40218F41-521C-4BAD-AF3A-5DB644548A9B}">
      <dgm:prSet/>
      <dgm:spPr/>
      <dgm:t>
        <a:bodyPr/>
        <a:lstStyle/>
        <a:p>
          <a:endParaRPr lang="en-IN"/>
        </a:p>
      </dgm:t>
    </dgm:pt>
    <dgm:pt modelId="{27CBDF81-98C0-4C5F-81A6-F17E511AE430}" type="sibTrans" cxnId="{40218F41-521C-4BAD-AF3A-5DB644548A9B}">
      <dgm:prSet/>
      <dgm:spPr/>
      <dgm:t>
        <a:bodyPr/>
        <a:lstStyle/>
        <a:p>
          <a:endParaRPr lang="en-IN"/>
        </a:p>
      </dgm:t>
    </dgm:pt>
    <dgm:pt modelId="{7A39CEF5-9785-42A8-A68A-B5B60D68DEE6}">
      <dgm:prSet phldrT="[Text]"/>
      <dgm:spPr/>
      <dgm:t>
        <a:bodyPr/>
        <a:lstStyle/>
        <a:p>
          <a:pPr>
            <a:buNone/>
          </a:pPr>
          <a:r>
            <a:rPr lang="en-IN" dirty="0"/>
            <a:t>Advantages</a:t>
          </a:r>
        </a:p>
      </dgm:t>
    </dgm:pt>
    <dgm:pt modelId="{E264E183-A06F-45E1-8C9D-8D906D8B5DF5}" type="parTrans" cxnId="{817454E8-86C9-43F9-8C2B-62927E48B531}">
      <dgm:prSet/>
      <dgm:spPr/>
      <dgm:t>
        <a:bodyPr/>
        <a:lstStyle/>
        <a:p>
          <a:endParaRPr lang="en-IN"/>
        </a:p>
      </dgm:t>
    </dgm:pt>
    <dgm:pt modelId="{1F62C227-4762-4E13-9758-06799FFAC07C}" type="sibTrans" cxnId="{817454E8-86C9-43F9-8C2B-62927E48B531}">
      <dgm:prSet/>
      <dgm:spPr/>
      <dgm:t>
        <a:bodyPr/>
        <a:lstStyle/>
        <a:p>
          <a:endParaRPr lang="en-IN"/>
        </a:p>
      </dgm:t>
    </dgm:pt>
    <dgm:pt modelId="{7CEE1892-4BB0-4117-9E7A-A3F082BF1C3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Strong protection against attacks</a:t>
          </a:r>
        </a:p>
      </dgm:t>
    </dgm:pt>
    <dgm:pt modelId="{3017AA30-A2A4-4985-A489-366B813ED81C}" type="parTrans" cxnId="{D2CEAB5F-B5C4-4EFD-ADE0-F30E464187D9}">
      <dgm:prSet/>
      <dgm:spPr/>
      <dgm:t>
        <a:bodyPr/>
        <a:lstStyle/>
        <a:p>
          <a:endParaRPr lang="en-IN"/>
        </a:p>
      </dgm:t>
    </dgm:pt>
    <dgm:pt modelId="{C219DCB6-59F4-49F3-9312-92E79533005B}" type="sibTrans" cxnId="{D2CEAB5F-B5C4-4EFD-ADE0-F30E464187D9}">
      <dgm:prSet/>
      <dgm:spPr/>
      <dgm:t>
        <a:bodyPr/>
        <a:lstStyle/>
        <a:p>
          <a:endParaRPr lang="en-IN"/>
        </a:p>
      </dgm:t>
    </dgm:pt>
    <dgm:pt modelId="{F114C391-E861-4BBC-8897-30EB32278438}">
      <dgm:prSet phldrT="[Text]"/>
      <dgm:spPr/>
      <dgm:t>
        <a:bodyPr/>
        <a:lstStyle/>
        <a:p>
          <a:pPr>
            <a:buNone/>
          </a:pPr>
          <a:r>
            <a:rPr lang="en-IN" dirty="0"/>
            <a:t>Applications</a:t>
          </a:r>
        </a:p>
      </dgm:t>
    </dgm:pt>
    <dgm:pt modelId="{7B7CCDA2-7AD6-4979-AF76-414CF25F8A3C}" type="parTrans" cxnId="{1B35A005-28B2-43B0-8291-9FD16B031C73}">
      <dgm:prSet/>
      <dgm:spPr/>
      <dgm:t>
        <a:bodyPr/>
        <a:lstStyle/>
        <a:p>
          <a:endParaRPr lang="en-IN"/>
        </a:p>
      </dgm:t>
    </dgm:pt>
    <dgm:pt modelId="{234A1ABE-57E9-4A8C-8AA1-AF24DBE80FCC}" type="sibTrans" cxnId="{1B35A005-28B2-43B0-8291-9FD16B031C73}">
      <dgm:prSet/>
      <dgm:spPr/>
      <dgm:t>
        <a:bodyPr/>
        <a:lstStyle/>
        <a:p>
          <a:endParaRPr lang="en-IN"/>
        </a:p>
      </dgm:t>
    </dgm:pt>
    <dgm:pt modelId="{001C7998-6F34-4C13-9574-F6CE2536A12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Online Banking</a:t>
          </a:r>
        </a:p>
      </dgm:t>
    </dgm:pt>
    <dgm:pt modelId="{7EEF639F-EA76-461A-85BE-06D26FB82A46}" type="parTrans" cxnId="{B615B3C7-F918-440E-A739-ADD1B8E77284}">
      <dgm:prSet/>
      <dgm:spPr/>
      <dgm:t>
        <a:bodyPr/>
        <a:lstStyle/>
        <a:p>
          <a:endParaRPr lang="en-IN"/>
        </a:p>
      </dgm:t>
    </dgm:pt>
    <dgm:pt modelId="{20D60E58-C9CD-4F91-BE60-EE53090C9FBD}" type="sibTrans" cxnId="{B615B3C7-F918-440E-A739-ADD1B8E77284}">
      <dgm:prSet/>
      <dgm:spPr/>
      <dgm:t>
        <a:bodyPr/>
        <a:lstStyle/>
        <a:p>
          <a:endParaRPr lang="en-IN"/>
        </a:p>
      </dgm:t>
    </dgm:pt>
    <dgm:pt modelId="{2E26AE70-A99F-4305-8619-D9BDDC88314C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128-bit block size</a:t>
          </a:r>
        </a:p>
      </dgm:t>
    </dgm:pt>
    <dgm:pt modelId="{75250CAD-4C8C-4D25-AE62-EB665D7F5F7C}" type="parTrans" cxnId="{6ED01639-0AF0-49E9-883C-8AB14DE0C37C}">
      <dgm:prSet/>
      <dgm:spPr/>
      <dgm:t>
        <a:bodyPr/>
        <a:lstStyle/>
        <a:p>
          <a:endParaRPr lang="en-IN"/>
        </a:p>
      </dgm:t>
    </dgm:pt>
    <dgm:pt modelId="{EBE99571-FFE8-4343-A09B-0D9AF7B06571}" type="sibTrans" cxnId="{6ED01639-0AF0-49E9-883C-8AB14DE0C37C}">
      <dgm:prSet/>
      <dgm:spPr/>
      <dgm:t>
        <a:bodyPr/>
        <a:lstStyle/>
        <a:p>
          <a:endParaRPr lang="en-IN"/>
        </a:p>
      </dgm:t>
    </dgm:pt>
    <dgm:pt modelId="{78A4E1D3-7700-428C-8FE9-84C0759A961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Supports 128, 192 &amp; 256-bit keys</a:t>
          </a:r>
        </a:p>
      </dgm:t>
    </dgm:pt>
    <dgm:pt modelId="{C78B7357-F482-4657-B180-64AD098F1CA0}" type="parTrans" cxnId="{23B97DDE-2B0C-433E-892E-5C5B3771345C}">
      <dgm:prSet/>
      <dgm:spPr/>
      <dgm:t>
        <a:bodyPr/>
        <a:lstStyle/>
        <a:p>
          <a:endParaRPr lang="en-IN"/>
        </a:p>
      </dgm:t>
    </dgm:pt>
    <dgm:pt modelId="{B57E22FD-1C57-47B2-9E28-7D6AA416B964}" type="sibTrans" cxnId="{23B97DDE-2B0C-433E-892E-5C5B3771345C}">
      <dgm:prSet/>
      <dgm:spPr/>
      <dgm:t>
        <a:bodyPr/>
        <a:lstStyle/>
        <a:p>
          <a:endParaRPr lang="en-IN"/>
        </a:p>
      </dgm:t>
    </dgm:pt>
    <dgm:pt modelId="{415C5D74-AF0E-495A-924D-A304086717AA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 Performs 10, 12 or 14 encryption rounds </a:t>
          </a:r>
        </a:p>
      </dgm:t>
    </dgm:pt>
    <dgm:pt modelId="{7A5C3975-68DF-4A90-87AB-33514C5F1FE5}" type="parTrans" cxnId="{2FC910A1-F039-4F82-939C-0CE989AB0A08}">
      <dgm:prSet/>
      <dgm:spPr/>
      <dgm:t>
        <a:bodyPr/>
        <a:lstStyle/>
        <a:p>
          <a:endParaRPr lang="en-IN"/>
        </a:p>
      </dgm:t>
    </dgm:pt>
    <dgm:pt modelId="{56AF7F3B-40DA-46DF-B3C3-09E50EA4E66A}" type="sibTrans" cxnId="{2FC910A1-F039-4F82-939C-0CE989AB0A08}">
      <dgm:prSet/>
      <dgm:spPr/>
      <dgm:t>
        <a:bodyPr/>
        <a:lstStyle/>
        <a:p>
          <a:endParaRPr lang="en-IN"/>
        </a:p>
      </dgm:t>
    </dgm:pt>
    <dgm:pt modelId="{8929CD01-DE3B-47A8-844B-9F64CC33582C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 Fast encryption and decryption</a:t>
          </a:r>
        </a:p>
      </dgm:t>
    </dgm:pt>
    <dgm:pt modelId="{B0E791E0-1044-4FF2-9E28-BC67E4ED8C67}" type="parTrans" cxnId="{40AD1186-5DE6-46E4-8784-2000C4E014D8}">
      <dgm:prSet/>
      <dgm:spPr/>
      <dgm:t>
        <a:bodyPr/>
        <a:lstStyle/>
        <a:p>
          <a:endParaRPr lang="en-IN"/>
        </a:p>
      </dgm:t>
    </dgm:pt>
    <dgm:pt modelId="{159AD8B8-E6AA-49B4-AFE9-E8CBB32CE109}" type="sibTrans" cxnId="{40AD1186-5DE6-46E4-8784-2000C4E014D8}">
      <dgm:prSet/>
      <dgm:spPr/>
      <dgm:t>
        <a:bodyPr/>
        <a:lstStyle/>
        <a:p>
          <a:endParaRPr lang="en-IN"/>
        </a:p>
      </dgm:t>
    </dgm:pt>
    <dgm:pt modelId="{F5F24701-2A55-4F2F-9275-570F2C176F5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Efficient in hardware and software</a:t>
          </a:r>
        </a:p>
      </dgm:t>
    </dgm:pt>
    <dgm:pt modelId="{243C21C7-898C-4A82-84D0-EA2C35388B55}" type="parTrans" cxnId="{E2D9155D-754F-4ADB-A3D5-3F2FABBE1EC0}">
      <dgm:prSet/>
      <dgm:spPr/>
      <dgm:t>
        <a:bodyPr/>
        <a:lstStyle/>
        <a:p>
          <a:endParaRPr lang="en-IN"/>
        </a:p>
      </dgm:t>
    </dgm:pt>
    <dgm:pt modelId="{C1326F13-6F2D-4BC3-8952-3E9324354A4A}" type="sibTrans" cxnId="{E2D9155D-754F-4ADB-A3D5-3F2FABBE1EC0}">
      <dgm:prSet/>
      <dgm:spPr/>
      <dgm:t>
        <a:bodyPr/>
        <a:lstStyle/>
        <a:p>
          <a:endParaRPr lang="en-IN"/>
        </a:p>
      </dgm:t>
    </dgm:pt>
    <dgm:pt modelId="{87AEA965-D29A-40C5-B14E-38AE3608816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 Supports multiple key sizes </a:t>
          </a:r>
        </a:p>
      </dgm:t>
    </dgm:pt>
    <dgm:pt modelId="{B0DA9283-49AA-4B04-8258-4E0AFEF103C5}" type="parTrans" cxnId="{59FDE1A4-E82F-4614-B1CF-4EC83E4E7B6A}">
      <dgm:prSet/>
      <dgm:spPr/>
      <dgm:t>
        <a:bodyPr/>
        <a:lstStyle/>
        <a:p>
          <a:endParaRPr lang="en-IN"/>
        </a:p>
      </dgm:t>
    </dgm:pt>
    <dgm:pt modelId="{10AB2D06-1908-4DCC-9BC0-11AC635929A4}" type="sibTrans" cxnId="{59FDE1A4-E82F-4614-B1CF-4EC83E4E7B6A}">
      <dgm:prSet/>
      <dgm:spPr/>
      <dgm:t>
        <a:bodyPr/>
        <a:lstStyle/>
        <a:p>
          <a:endParaRPr lang="en-IN"/>
        </a:p>
      </dgm:t>
    </dgm:pt>
    <dgm:pt modelId="{67018298-E2BE-444C-8752-46D89EAA5CF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Cloud Storage</a:t>
          </a:r>
        </a:p>
      </dgm:t>
    </dgm:pt>
    <dgm:pt modelId="{882C1F63-53D1-43B7-A3A3-B81AAC2F61A7}" type="parTrans" cxnId="{18C995A1-E349-45D9-A03E-8F8035438807}">
      <dgm:prSet/>
      <dgm:spPr/>
      <dgm:t>
        <a:bodyPr/>
        <a:lstStyle/>
        <a:p>
          <a:endParaRPr lang="en-IN"/>
        </a:p>
      </dgm:t>
    </dgm:pt>
    <dgm:pt modelId="{05617449-6526-488E-B682-EAA01D8E93CF}" type="sibTrans" cxnId="{18C995A1-E349-45D9-A03E-8F8035438807}">
      <dgm:prSet/>
      <dgm:spPr/>
      <dgm:t>
        <a:bodyPr/>
        <a:lstStyle/>
        <a:p>
          <a:endParaRPr lang="en-IN"/>
        </a:p>
      </dgm:t>
    </dgm:pt>
    <dgm:pt modelId="{4F8D7A4F-86BA-48BC-931B-B1AEF36F6F6E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Wi-Fi Security (WPA2/WPA3)</a:t>
          </a:r>
        </a:p>
      </dgm:t>
    </dgm:pt>
    <dgm:pt modelId="{4BE7C712-D829-4631-A45A-0F06BB0D8E05}" type="parTrans" cxnId="{A9A01B15-50C1-4095-A78D-A114120A436B}">
      <dgm:prSet/>
      <dgm:spPr/>
      <dgm:t>
        <a:bodyPr/>
        <a:lstStyle/>
        <a:p>
          <a:endParaRPr lang="en-IN"/>
        </a:p>
      </dgm:t>
    </dgm:pt>
    <dgm:pt modelId="{2CEC5257-DB62-442E-A35F-2707FEF72B88}" type="sibTrans" cxnId="{A9A01B15-50C1-4095-A78D-A114120A436B}">
      <dgm:prSet/>
      <dgm:spPr/>
      <dgm:t>
        <a:bodyPr/>
        <a:lstStyle/>
        <a:p>
          <a:endParaRPr lang="en-IN"/>
        </a:p>
      </dgm:t>
    </dgm:pt>
    <dgm:pt modelId="{5E34EE3F-5597-4F05-AEAA-E9A6125E02F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Secure Messaging Apps </a:t>
          </a:r>
        </a:p>
      </dgm:t>
    </dgm:pt>
    <dgm:pt modelId="{01EA1AAD-37B8-4577-9691-18C54CD13CE6}" type="parTrans" cxnId="{B67464B0-DDBD-45D4-AF81-9785AE1AA42A}">
      <dgm:prSet/>
      <dgm:spPr/>
      <dgm:t>
        <a:bodyPr/>
        <a:lstStyle/>
        <a:p>
          <a:endParaRPr lang="en-IN"/>
        </a:p>
      </dgm:t>
    </dgm:pt>
    <dgm:pt modelId="{9A485E58-145A-4D6C-BFFC-CA99C4FBB305}" type="sibTrans" cxnId="{B67464B0-DDBD-45D4-AF81-9785AE1AA42A}">
      <dgm:prSet/>
      <dgm:spPr/>
      <dgm:t>
        <a:bodyPr/>
        <a:lstStyle/>
        <a:p>
          <a:endParaRPr lang="en-IN"/>
        </a:p>
      </dgm:t>
    </dgm:pt>
    <dgm:pt modelId="{7F34E84B-2E10-4A11-ACF8-963C1727AD06}" type="pres">
      <dgm:prSet presAssocID="{166C8668-32C8-4A4C-8217-CA42863D99F1}" presName="Name0" presStyleCnt="0">
        <dgm:presLayoutVars>
          <dgm:dir/>
          <dgm:animLvl val="lvl"/>
          <dgm:resizeHandles val="exact"/>
        </dgm:presLayoutVars>
      </dgm:prSet>
      <dgm:spPr/>
    </dgm:pt>
    <dgm:pt modelId="{20571BA5-064B-4D8E-8D0F-75DE127F1113}" type="pres">
      <dgm:prSet presAssocID="{A30F010F-3103-4D5F-A8DD-6536C8078E74}" presName="linNode" presStyleCnt="0"/>
      <dgm:spPr/>
    </dgm:pt>
    <dgm:pt modelId="{E8C68928-CEE3-4363-BD86-18DCB2033779}" type="pres">
      <dgm:prSet presAssocID="{A30F010F-3103-4D5F-A8DD-6536C8078E74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45A00C6D-6199-4571-9856-E9D276E7924A}" type="pres">
      <dgm:prSet presAssocID="{A30F010F-3103-4D5F-A8DD-6536C8078E74}" presName="descendantText" presStyleLbl="alignAccFollowNode1" presStyleIdx="0" presStyleCnt="3" custScaleY="120642">
        <dgm:presLayoutVars>
          <dgm:bulletEnabled val="1"/>
        </dgm:presLayoutVars>
      </dgm:prSet>
      <dgm:spPr/>
    </dgm:pt>
    <dgm:pt modelId="{0A9BB146-6080-413C-9AE6-B3963250E1B3}" type="pres">
      <dgm:prSet presAssocID="{A0BEC925-C98B-4ED2-914A-C6060309E4C1}" presName="sp" presStyleCnt="0"/>
      <dgm:spPr/>
    </dgm:pt>
    <dgm:pt modelId="{55845489-FE27-4199-817B-945BAB365D49}" type="pres">
      <dgm:prSet presAssocID="{7A39CEF5-9785-42A8-A68A-B5B60D68DEE6}" presName="linNode" presStyleCnt="0"/>
      <dgm:spPr/>
    </dgm:pt>
    <dgm:pt modelId="{E23A3B51-11CA-426B-971E-7675FD7A883A}" type="pres">
      <dgm:prSet presAssocID="{7A39CEF5-9785-42A8-A68A-B5B60D68DEE6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6E2DAAEE-788B-4B26-9838-92FF80E4835E}" type="pres">
      <dgm:prSet presAssocID="{7A39CEF5-9785-42A8-A68A-B5B60D68DEE6}" presName="descendantText" presStyleLbl="alignAccFollowNode1" presStyleIdx="1" presStyleCnt="3" custScaleY="113152">
        <dgm:presLayoutVars>
          <dgm:bulletEnabled val="1"/>
        </dgm:presLayoutVars>
      </dgm:prSet>
      <dgm:spPr/>
    </dgm:pt>
    <dgm:pt modelId="{916E102F-6E72-408E-957F-800800DAF3B4}" type="pres">
      <dgm:prSet presAssocID="{1F62C227-4762-4E13-9758-06799FFAC07C}" presName="sp" presStyleCnt="0"/>
      <dgm:spPr/>
    </dgm:pt>
    <dgm:pt modelId="{3EEC9FD2-6F83-4ED0-90C0-1A3FEF5DEA60}" type="pres">
      <dgm:prSet presAssocID="{F114C391-E861-4BBC-8897-30EB32278438}" presName="linNode" presStyleCnt="0"/>
      <dgm:spPr/>
    </dgm:pt>
    <dgm:pt modelId="{50142562-A357-4EA5-B027-E2EFEDB55E8A}" type="pres">
      <dgm:prSet presAssocID="{F114C391-E861-4BBC-8897-30EB32278438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52730461-876E-4646-B4E4-D5A0E23D4AE1}" type="pres">
      <dgm:prSet presAssocID="{F114C391-E861-4BBC-8897-30EB32278438}" presName="descendantText" presStyleLbl="alignAccFollowNode1" presStyleIdx="2" presStyleCnt="3" custScaleY="117308">
        <dgm:presLayoutVars>
          <dgm:bulletEnabled val="1"/>
        </dgm:presLayoutVars>
      </dgm:prSet>
      <dgm:spPr/>
    </dgm:pt>
  </dgm:ptLst>
  <dgm:cxnLst>
    <dgm:cxn modelId="{44824A01-00D0-48F0-858A-613174F096F9}" type="presOf" srcId="{76A9141D-CF79-44CC-88E3-E5167C0BEE5C}" destId="{45A00C6D-6199-4571-9856-E9D276E7924A}" srcOrd="0" destOrd="0" presId="urn:microsoft.com/office/officeart/2005/8/layout/vList5"/>
    <dgm:cxn modelId="{1B35A005-28B2-43B0-8291-9FD16B031C73}" srcId="{166C8668-32C8-4A4C-8217-CA42863D99F1}" destId="{F114C391-E861-4BBC-8897-30EB32278438}" srcOrd="2" destOrd="0" parTransId="{7B7CCDA2-7AD6-4979-AF76-414CF25F8A3C}" sibTransId="{234A1ABE-57E9-4A8C-8AA1-AF24DBE80FCC}"/>
    <dgm:cxn modelId="{79928309-EE47-49F1-B11F-DD26416D62DB}" type="presOf" srcId="{5E34EE3F-5597-4F05-AEAA-E9A6125E02FF}" destId="{52730461-876E-4646-B4E4-D5A0E23D4AE1}" srcOrd="0" destOrd="3" presId="urn:microsoft.com/office/officeart/2005/8/layout/vList5"/>
    <dgm:cxn modelId="{8FBB4E13-2D0C-492D-8E06-13175CA4A957}" type="presOf" srcId="{4F8D7A4F-86BA-48BC-931B-B1AEF36F6F6E}" destId="{52730461-876E-4646-B4E4-D5A0E23D4AE1}" srcOrd="0" destOrd="2" presId="urn:microsoft.com/office/officeart/2005/8/layout/vList5"/>
    <dgm:cxn modelId="{A9A01B15-50C1-4095-A78D-A114120A436B}" srcId="{F114C391-E861-4BBC-8897-30EB32278438}" destId="{4F8D7A4F-86BA-48BC-931B-B1AEF36F6F6E}" srcOrd="2" destOrd="0" parTransId="{4BE7C712-D829-4631-A45A-0F06BB0D8E05}" sibTransId="{2CEC5257-DB62-442E-A35F-2707FEF72B88}"/>
    <dgm:cxn modelId="{2472C928-4C32-444E-B087-2F3749EB3DF4}" type="presOf" srcId="{7A39CEF5-9785-42A8-A68A-B5B60D68DEE6}" destId="{E23A3B51-11CA-426B-971E-7675FD7A883A}" srcOrd="0" destOrd="0" presId="urn:microsoft.com/office/officeart/2005/8/layout/vList5"/>
    <dgm:cxn modelId="{F34FE234-688D-4DF8-8BA2-8BA0049EDF05}" type="presOf" srcId="{166C8668-32C8-4A4C-8217-CA42863D99F1}" destId="{7F34E84B-2E10-4A11-ACF8-963C1727AD06}" srcOrd="0" destOrd="0" presId="urn:microsoft.com/office/officeart/2005/8/layout/vList5"/>
    <dgm:cxn modelId="{6ED01639-0AF0-49E9-883C-8AB14DE0C37C}" srcId="{A30F010F-3103-4D5F-A8DD-6536C8078E74}" destId="{2E26AE70-A99F-4305-8619-D9BDDC88314C}" srcOrd="1" destOrd="0" parTransId="{75250CAD-4C8C-4D25-AE62-EB665D7F5F7C}" sibTransId="{EBE99571-FFE8-4343-A09B-0D9AF7B06571}"/>
    <dgm:cxn modelId="{252C063E-8869-4F64-A930-1E22B5DC8FF8}" type="presOf" srcId="{67018298-E2BE-444C-8752-46D89EAA5CF5}" destId="{52730461-876E-4646-B4E4-D5A0E23D4AE1}" srcOrd="0" destOrd="1" presId="urn:microsoft.com/office/officeart/2005/8/layout/vList5"/>
    <dgm:cxn modelId="{E2D9155D-754F-4ADB-A3D5-3F2FABBE1EC0}" srcId="{7A39CEF5-9785-42A8-A68A-B5B60D68DEE6}" destId="{F5F24701-2A55-4F2F-9275-570F2C176F5F}" srcOrd="2" destOrd="0" parTransId="{243C21C7-898C-4A82-84D0-EA2C35388B55}" sibTransId="{C1326F13-6F2D-4BC3-8952-3E9324354A4A}"/>
    <dgm:cxn modelId="{D2CEAB5F-B5C4-4EFD-ADE0-F30E464187D9}" srcId="{7A39CEF5-9785-42A8-A68A-B5B60D68DEE6}" destId="{7CEE1892-4BB0-4117-9E7A-A3F082BF1C37}" srcOrd="0" destOrd="0" parTransId="{3017AA30-A2A4-4985-A489-366B813ED81C}" sibTransId="{C219DCB6-59F4-49F3-9312-92E79533005B}"/>
    <dgm:cxn modelId="{40218F41-521C-4BAD-AF3A-5DB644548A9B}" srcId="{A30F010F-3103-4D5F-A8DD-6536C8078E74}" destId="{76A9141D-CF79-44CC-88E3-E5167C0BEE5C}" srcOrd="0" destOrd="0" parTransId="{1F2233DB-D56D-4366-98A8-06394EEE15F9}" sibTransId="{27CBDF81-98C0-4C5F-81A6-F17E511AE430}"/>
    <dgm:cxn modelId="{09A62A51-DE5E-4AB2-A533-F6035051BEF6}" type="presOf" srcId="{78A4E1D3-7700-428C-8FE9-84C0759A9614}" destId="{45A00C6D-6199-4571-9856-E9D276E7924A}" srcOrd="0" destOrd="2" presId="urn:microsoft.com/office/officeart/2005/8/layout/vList5"/>
    <dgm:cxn modelId="{40AD1186-5DE6-46E4-8784-2000C4E014D8}" srcId="{7A39CEF5-9785-42A8-A68A-B5B60D68DEE6}" destId="{8929CD01-DE3B-47A8-844B-9F64CC33582C}" srcOrd="1" destOrd="0" parTransId="{B0E791E0-1044-4FF2-9E28-BC67E4ED8C67}" sibTransId="{159AD8B8-E6AA-49B4-AFE9-E8CBB32CE109}"/>
    <dgm:cxn modelId="{5B6F518B-987B-4D95-A5C8-A08021FD41DE}" type="presOf" srcId="{87AEA965-D29A-40C5-B14E-38AE36088164}" destId="{6E2DAAEE-788B-4B26-9838-92FF80E4835E}" srcOrd="0" destOrd="3" presId="urn:microsoft.com/office/officeart/2005/8/layout/vList5"/>
    <dgm:cxn modelId="{E3F5149B-FCDF-4BFD-B0A7-FE6B8DADEF8F}" type="presOf" srcId="{2E26AE70-A99F-4305-8619-D9BDDC88314C}" destId="{45A00C6D-6199-4571-9856-E9D276E7924A}" srcOrd="0" destOrd="1" presId="urn:microsoft.com/office/officeart/2005/8/layout/vList5"/>
    <dgm:cxn modelId="{2FC910A1-F039-4F82-939C-0CE989AB0A08}" srcId="{A30F010F-3103-4D5F-A8DD-6536C8078E74}" destId="{415C5D74-AF0E-495A-924D-A304086717AA}" srcOrd="3" destOrd="0" parTransId="{7A5C3975-68DF-4A90-87AB-33514C5F1FE5}" sibTransId="{56AF7F3B-40DA-46DF-B3C3-09E50EA4E66A}"/>
    <dgm:cxn modelId="{18C995A1-E349-45D9-A03E-8F8035438807}" srcId="{F114C391-E861-4BBC-8897-30EB32278438}" destId="{67018298-E2BE-444C-8752-46D89EAA5CF5}" srcOrd="1" destOrd="0" parTransId="{882C1F63-53D1-43B7-A3A3-B81AAC2F61A7}" sibTransId="{05617449-6526-488E-B682-EAA01D8E93CF}"/>
    <dgm:cxn modelId="{59FDE1A4-E82F-4614-B1CF-4EC83E4E7B6A}" srcId="{7A39CEF5-9785-42A8-A68A-B5B60D68DEE6}" destId="{87AEA965-D29A-40C5-B14E-38AE36088164}" srcOrd="3" destOrd="0" parTransId="{B0DA9283-49AA-4B04-8258-4E0AFEF103C5}" sibTransId="{10AB2D06-1908-4DCC-9BC0-11AC635929A4}"/>
    <dgm:cxn modelId="{B67464B0-DDBD-45D4-AF81-9785AE1AA42A}" srcId="{F114C391-E861-4BBC-8897-30EB32278438}" destId="{5E34EE3F-5597-4F05-AEAA-E9A6125E02FF}" srcOrd="3" destOrd="0" parTransId="{01EA1AAD-37B8-4577-9691-18C54CD13CE6}" sibTransId="{9A485E58-145A-4D6C-BFFC-CA99C4FBB305}"/>
    <dgm:cxn modelId="{275D95B0-6D84-4458-A308-49E1B61D8D9B}" type="presOf" srcId="{A30F010F-3103-4D5F-A8DD-6536C8078E74}" destId="{E8C68928-CEE3-4363-BD86-18DCB2033779}" srcOrd="0" destOrd="0" presId="urn:microsoft.com/office/officeart/2005/8/layout/vList5"/>
    <dgm:cxn modelId="{B615B3C7-F918-440E-A739-ADD1B8E77284}" srcId="{F114C391-E861-4BBC-8897-30EB32278438}" destId="{001C7998-6F34-4C13-9574-F6CE2536A124}" srcOrd="0" destOrd="0" parTransId="{7EEF639F-EA76-461A-85BE-06D26FB82A46}" sibTransId="{20D60E58-C9CD-4F91-BE60-EE53090C9FBD}"/>
    <dgm:cxn modelId="{17CBCBD4-9DD3-455B-898C-1A78AF04D189}" type="presOf" srcId="{7CEE1892-4BB0-4117-9E7A-A3F082BF1C37}" destId="{6E2DAAEE-788B-4B26-9838-92FF80E4835E}" srcOrd="0" destOrd="0" presId="urn:microsoft.com/office/officeart/2005/8/layout/vList5"/>
    <dgm:cxn modelId="{23B97DDE-2B0C-433E-892E-5C5B3771345C}" srcId="{A30F010F-3103-4D5F-A8DD-6536C8078E74}" destId="{78A4E1D3-7700-428C-8FE9-84C0759A9614}" srcOrd="2" destOrd="0" parTransId="{C78B7357-F482-4657-B180-64AD098F1CA0}" sibTransId="{B57E22FD-1C57-47B2-9E28-7D6AA416B964}"/>
    <dgm:cxn modelId="{C988A2DF-D4A0-4235-8FA8-39106E2CE02E}" type="presOf" srcId="{8929CD01-DE3B-47A8-844B-9F64CC33582C}" destId="{6E2DAAEE-788B-4B26-9838-92FF80E4835E}" srcOrd="0" destOrd="1" presId="urn:microsoft.com/office/officeart/2005/8/layout/vList5"/>
    <dgm:cxn modelId="{131EE7E1-1978-46EE-8DDE-299EF0D4B92E}" type="presOf" srcId="{F114C391-E861-4BBC-8897-30EB32278438}" destId="{50142562-A357-4EA5-B027-E2EFEDB55E8A}" srcOrd="0" destOrd="0" presId="urn:microsoft.com/office/officeart/2005/8/layout/vList5"/>
    <dgm:cxn modelId="{70835CE4-4051-4AAC-9A38-BEB6371226B5}" type="presOf" srcId="{415C5D74-AF0E-495A-924D-A304086717AA}" destId="{45A00C6D-6199-4571-9856-E9D276E7924A}" srcOrd="0" destOrd="3" presId="urn:microsoft.com/office/officeart/2005/8/layout/vList5"/>
    <dgm:cxn modelId="{817454E8-86C9-43F9-8C2B-62927E48B531}" srcId="{166C8668-32C8-4A4C-8217-CA42863D99F1}" destId="{7A39CEF5-9785-42A8-A68A-B5B60D68DEE6}" srcOrd="1" destOrd="0" parTransId="{E264E183-A06F-45E1-8C9D-8D906D8B5DF5}" sibTransId="{1F62C227-4762-4E13-9758-06799FFAC07C}"/>
    <dgm:cxn modelId="{CA059EE9-468E-409D-8AA8-A30E19E377AB}" srcId="{166C8668-32C8-4A4C-8217-CA42863D99F1}" destId="{A30F010F-3103-4D5F-A8DD-6536C8078E74}" srcOrd="0" destOrd="0" parTransId="{B8C63E6F-6092-4079-95BF-2B3716EFD063}" sibTransId="{A0BEC925-C98B-4ED2-914A-C6060309E4C1}"/>
    <dgm:cxn modelId="{CFE8E6EF-BAEF-44B1-869B-919F34AE5791}" type="presOf" srcId="{001C7998-6F34-4C13-9574-F6CE2536A124}" destId="{52730461-876E-4646-B4E4-D5A0E23D4AE1}" srcOrd="0" destOrd="0" presId="urn:microsoft.com/office/officeart/2005/8/layout/vList5"/>
    <dgm:cxn modelId="{FAC8DCFD-0187-44A0-B03C-F299E6573344}" type="presOf" srcId="{F5F24701-2A55-4F2F-9275-570F2C176F5F}" destId="{6E2DAAEE-788B-4B26-9838-92FF80E4835E}" srcOrd="0" destOrd="2" presId="urn:microsoft.com/office/officeart/2005/8/layout/vList5"/>
    <dgm:cxn modelId="{389636A6-8567-4A57-A045-FCC651BEDD8F}" type="presParOf" srcId="{7F34E84B-2E10-4A11-ACF8-963C1727AD06}" destId="{20571BA5-064B-4D8E-8D0F-75DE127F1113}" srcOrd="0" destOrd="0" presId="urn:microsoft.com/office/officeart/2005/8/layout/vList5"/>
    <dgm:cxn modelId="{09E92A75-7241-4F6F-A611-134B1B237A23}" type="presParOf" srcId="{20571BA5-064B-4D8E-8D0F-75DE127F1113}" destId="{E8C68928-CEE3-4363-BD86-18DCB2033779}" srcOrd="0" destOrd="0" presId="urn:microsoft.com/office/officeart/2005/8/layout/vList5"/>
    <dgm:cxn modelId="{B9F622CC-6273-4C44-B9E6-0C71E40918CC}" type="presParOf" srcId="{20571BA5-064B-4D8E-8D0F-75DE127F1113}" destId="{45A00C6D-6199-4571-9856-E9D276E7924A}" srcOrd="1" destOrd="0" presId="urn:microsoft.com/office/officeart/2005/8/layout/vList5"/>
    <dgm:cxn modelId="{8DD5CEAD-142A-4DD7-BBE4-E6D4631F0DC8}" type="presParOf" srcId="{7F34E84B-2E10-4A11-ACF8-963C1727AD06}" destId="{0A9BB146-6080-413C-9AE6-B3963250E1B3}" srcOrd="1" destOrd="0" presId="urn:microsoft.com/office/officeart/2005/8/layout/vList5"/>
    <dgm:cxn modelId="{5E83B5AD-F4B7-4391-9E15-19A246ABC279}" type="presParOf" srcId="{7F34E84B-2E10-4A11-ACF8-963C1727AD06}" destId="{55845489-FE27-4199-817B-945BAB365D49}" srcOrd="2" destOrd="0" presId="urn:microsoft.com/office/officeart/2005/8/layout/vList5"/>
    <dgm:cxn modelId="{9070A4C6-DBBB-4089-8D70-F50702EFCEC6}" type="presParOf" srcId="{55845489-FE27-4199-817B-945BAB365D49}" destId="{E23A3B51-11CA-426B-971E-7675FD7A883A}" srcOrd="0" destOrd="0" presId="urn:microsoft.com/office/officeart/2005/8/layout/vList5"/>
    <dgm:cxn modelId="{7F7A0E36-8161-4313-AB0C-E56ABE9E2770}" type="presParOf" srcId="{55845489-FE27-4199-817B-945BAB365D49}" destId="{6E2DAAEE-788B-4B26-9838-92FF80E4835E}" srcOrd="1" destOrd="0" presId="urn:microsoft.com/office/officeart/2005/8/layout/vList5"/>
    <dgm:cxn modelId="{CB6917C2-3927-46F0-B01A-CD72757FFAE2}" type="presParOf" srcId="{7F34E84B-2E10-4A11-ACF8-963C1727AD06}" destId="{916E102F-6E72-408E-957F-800800DAF3B4}" srcOrd="3" destOrd="0" presId="urn:microsoft.com/office/officeart/2005/8/layout/vList5"/>
    <dgm:cxn modelId="{E9A5B555-23D1-47E2-94A8-88FB345F7EF0}" type="presParOf" srcId="{7F34E84B-2E10-4A11-ACF8-963C1727AD06}" destId="{3EEC9FD2-6F83-4ED0-90C0-1A3FEF5DEA60}" srcOrd="4" destOrd="0" presId="urn:microsoft.com/office/officeart/2005/8/layout/vList5"/>
    <dgm:cxn modelId="{35872FD9-2FF3-4C61-A376-B6835FA6AB80}" type="presParOf" srcId="{3EEC9FD2-6F83-4ED0-90C0-1A3FEF5DEA60}" destId="{50142562-A357-4EA5-B027-E2EFEDB55E8A}" srcOrd="0" destOrd="0" presId="urn:microsoft.com/office/officeart/2005/8/layout/vList5"/>
    <dgm:cxn modelId="{67C9FB58-D112-4CC3-B1FB-F0CA11CE3ED1}" type="presParOf" srcId="{3EEC9FD2-6F83-4ED0-90C0-1A3FEF5DEA60}" destId="{52730461-876E-4646-B4E4-D5A0E23D4AE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A00C6D-6199-4571-9856-E9D276E7924A}">
      <dsp:nvSpPr>
        <dsp:cNvPr id="0" name=""/>
        <dsp:cNvSpPr/>
      </dsp:nvSpPr>
      <dsp:spPr>
        <a:xfrm rot="5400000">
          <a:off x="6079885" y="-2439367"/>
          <a:ext cx="1483290" cy="6420264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800" kern="1200" dirty="0"/>
            <a:t>Symmetric key encryption algorithm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800" kern="1200" dirty="0"/>
            <a:t>128-bit block size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800" kern="1200" dirty="0"/>
            <a:t>Supports 128, 192 &amp; 256-bit keys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800" kern="1200" dirty="0"/>
            <a:t> Performs 10, 12 or 14 encryption rounds </a:t>
          </a:r>
        </a:p>
      </dsp:txBody>
      <dsp:txXfrm rot="-5400000">
        <a:off x="3611398" y="101528"/>
        <a:ext cx="6347856" cy="1338474"/>
      </dsp:txXfrm>
    </dsp:sp>
    <dsp:sp modelId="{E8C68928-CEE3-4363-BD86-18DCB2033779}">
      <dsp:nvSpPr>
        <dsp:cNvPr id="0" name=""/>
        <dsp:cNvSpPr/>
      </dsp:nvSpPr>
      <dsp:spPr>
        <a:xfrm>
          <a:off x="0" y="2328"/>
          <a:ext cx="3611398" cy="153687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500" kern="1200" dirty="0"/>
            <a:t>Features</a:t>
          </a:r>
        </a:p>
      </dsp:txBody>
      <dsp:txXfrm>
        <a:off x="75024" y="77352"/>
        <a:ext cx="3461350" cy="1386824"/>
      </dsp:txXfrm>
    </dsp:sp>
    <dsp:sp modelId="{6E2DAAEE-788B-4B26-9838-92FF80E4835E}">
      <dsp:nvSpPr>
        <dsp:cNvPr id="0" name=""/>
        <dsp:cNvSpPr/>
      </dsp:nvSpPr>
      <dsp:spPr>
        <a:xfrm rot="5400000">
          <a:off x="6125930" y="-825651"/>
          <a:ext cx="1391201" cy="6420264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800" kern="1200" dirty="0"/>
            <a:t>Strong protection against attacks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800" kern="1200" dirty="0"/>
            <a:t> Fast encryption and decryption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800" kern="1200" dirty="0"/>
            <a:t>Efficient in hardware and software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800" kern="1200" dirty="0"/>
            <a:t> Supports multiple key sizes </a:t>
          </a:r>
        </a:p>
      </dsp:txBody>
      <dsp:txXfrm rot="-5400000">
        <a:off x="3611399" y="1756793"/>
        <a:ext cx="6352351" cy="1255375"/>
      </dsp:txXfrm>
    </dsp:sp>
    <dsp:sp modelId="{E23A3B51-11CA-426B-971E-7675FD7A883A}">
      <dsp:nvSpPr>
        <dsp:cNvPr id="0" name=""/>
        <dsp:cNvSpPr/>
      </dsp:nvSpPr>
      <dsp:spPr>
        <a:xfrm>
          <a:off x="0" y="1616044"/>
          <a:ext cx="3611398" cy="153687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500" kern="1200" dirty="0"/>
            <a:t>Advantages</a:t>
          </a:r>
        </a:p>
      </dsp:txBody>
      <dsp:txXfrm>
        <a:off x="75024" y="1691068"/>
        <a:ext cx="3461350" cy="1386824"/>
      </dsp:txXfrm>
    </dsp:sp>
    <dsp:sp modelId="{52730461-876E-4646-B4E4-D5A0E23D4AE1}">
      <dsp:nvSpPr>
        <dsp:cNvPr id="0" name=""/>
        <dsp:cNvSpPr/>
      </dsp:nvSpPr>
      <dsp:spPr>
        <a:xfrm rot="5400000">
          <a:off x="6100381" y="788064"/>
          <a:ext cx="1442299" cy="6420264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800" kern="1200" dirty="0"/>
            <a:t>Online Banking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800" kern="1200" dirty="0"/>
            <a:t>Cloud Storage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800" kern="1200" dirty="0"/>
            <a:t>Wi-Fi Security (WPA2/WPA3)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800" kern="1200" dirty="0"/>
            <a:t>Secure Messaging Apps </a:t>
          </a:r>
        </a:p>
      </dsp:txBody>
      <dsp:txXfrm rot="-5400000">
        <a:off x="3611399" y="3347454"/>
        <a:ext cx="6349857" cy="1301485"/>
      </dsp:txXfrm>
    </dsp:sp>
    <dsp:sp modelId="{50142562-A357-4EA5-B027-E2EFEDB55E8A}">
      <dsp:nvSpPr>
        <dsp:cNvPr id="0" name=""/>
        <dsp:cNvSpPr/>
      </dsp:nvSpPr>
      <dsp:spPr>
        <a:xfrm>
          <a:off x="0" y="3229760"/>
          <a:ext cx="3611398" cy="153687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500" kern="1200" dirty="0"/>
            <a:t>Applications</a:t>
          </a:r>
        </a:p>
      </dsp:txBody>
      <dsp:txXfrm>
        <a:off x="75024" y="3304784"/>
        <a:ext cx="3461350" cy="13868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3DDD-A0EB-5EBB-84BA-55A84DAA36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0CB32-8B3E-A4DC-69C1-576F351FB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CA903-1E73-8DD6-0D9B-BA48D0E3E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15802-CD5B-4548-AB0B-57C7EE697968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3748F-05C2-D01F-D4A1-C0D7D15B3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98703-7F83-95A0-43D8-819A35F4E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11D00-B4BB-4C3E-B166-308DFDA5C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498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A7AE-7ED3-E55F-A469-FDBD3B77A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A5821-9C64-4D7F-BCE9-B3727527C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95AD2-9B0B-973A-02B0-09BDFD0E8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15802-CD5B-4548-AB0B-57C7EE697968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FCFCE-2BF0-91A4-A258-82FC3F954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636A6-AC1C-6BB8-A84D-260EACB66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11D00-B4BB-4C3E-B166-308DFDA5C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720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45FE5-3F55-DEA1-5344-B90DE0024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EF140-5855-1E65-1F7B-89E7377EB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7CEE8-C4CC-14F1-EAF1-0B14A9DE1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15802-CD5B-4548-AB0B-57C7EE697968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A7564-1AFD-814F-DE55-E6D47AC76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EB044-6E3A-2AF3-E43E-111BA65D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11D00-B4BB-4C3E-B166-308DFDA5C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648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A3D7B-EE64-412B-DA23-F0B02C161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D6B7-59AA-0F1E-2F23-27436C90E6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3422F-3E21-2557-8677-B28C3C589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AEC50-02E7-99E0-9D33-58C4CC5C7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15802-CD5B-4548-AB0B-57C7EE697968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C93E3-8D42-E5CE-3AE9-DE35BE380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63E0C2-2280-399C-0F43-CF6525EC3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11D00-B4BB-4C3E-B166-308DFDA5C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765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E6EF2-FF7C-61D5-3A7B-B6496E4CF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FC341-1054-86CF-17DD-59340CE23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E4731D-3CEB-0A1E-28AE-2B95DE047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2DF80D-73C3-DA78-19C9-CF3B90897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7F03CB-73A7-4548-BB8D-0DD7BA669E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1C0FA-E67E-98CE-A163-14E971FA7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15802-CD5B-4548-AB0B-57C7EE697968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82AE4D-7D32-F20D-C486-6E335927D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9F1FD9-11F4-3E87-35A0-D205DCB4A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11D00-B4BB-4C3E-B166-308DFDA5C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326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29A3A-73DC-52E3-8017-2BDE62464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5C8D04-151A-C755-7F33-39D119A1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15802-CD5B-4548-AB0B-57C7EE697968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56AA2D-C48D-5BE3-35E2-B24E10153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D23263-15CF-A24E-B82D-C620D630D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11D00-B4BB-4C3E-B166-308DFDA5C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043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773C86-A320-3DE2-0226-F6681D74F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15802-CD5B-4548-AB0B-57C7EE697968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F4E542-D561-53E4-A8D8-5CF24D402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0C74D-2A08-AB0A-2C70-F08B0F3EA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11D00-B4BB-4C3E-B166-308DFDA5C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808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240E-9695-8DA9-2969-6F915F4F6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9F4BB-0A6F-F4AD-6E45-DFD11E29F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4B1AE-871A-0A33-9649-D7544D229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B8290-C902-5517-2B3F-1CA9144A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15802-CD5B-4548-AB0B-57C7EE697968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E28AC-C175-ABBD-2B47-1F812101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9B119-B0B4-9FC5-9241-C73AD7A91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11D00-B4BB-4C3E-B166-308DFDA5C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134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9BB76-E9AF-3A9A-100B-DF47FC67D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3816D4-135F-282F-CE31-2D0710FA49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4C2F3-4D5A-C0C4-67C2-60E2C074A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BB3FA-C14A-1E19-EAE6-7CD1FC914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15802-CD5B-4548-AB0B-57C7EE697968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B478-0914-D99A-9561-7E9E41BDE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4F5D2-E7E2-9E53-3290-A338C07D3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11D00-B4BB-4C3E-B166-308DFDA5C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857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F4CFD-E0AC-773E-A3C6-D43C0A75D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3DB50-B0F3-3249-3135-9B543C56A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DBE51-0552-238C-A77C-5A2461B86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15802-CD5B-4548-AB0B-57C7EE697968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A99E2-2EBD-834B-4DE4-45237A416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38C6C-4ECE-28FB-C4A7-121AC9BD2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11D00-B4BB-4C3E-B166-308DFDA5C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256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FA1622-A8AC-886C-4E43-584715DC96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C18E42-DA05-7FE2-7AD3-1A70B119E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1F83D-C073-6219-2F05-3D29F0F92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15802-CD5B-4548-AB0B-57C7EE697968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ACEE9-B31B-9DD2-76AE-757BDD9F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18FC0-BBAC-B103-A442-FAE440DA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11D00-B4BB-4C3E-B166-308DFDA5C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325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8FE500-EB70-E4F5-D4CA-9BE783694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40E9D-C82F-2920-2C3E-068D10531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841D4-38A6-2B2A-F52E-BBBAC55BAA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15802-CD5B-4548-AB0B-57C7EE697968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EA294-BD12-0A07-74E5-1609768B5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F50FD-8A65-9AB0-2904-FA1285599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11D00-B4BB-4C3E-B166-308DFDA5C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153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B6CBF-1EEE-06DA-8A90-D3BC3D6B06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and Its Network Security</a:t>
            </a:r>
            <a:b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CSA5112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DAB86E-F73F-57A7-AF7F-58BBE5433F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Encryption Standard (AES)</a:t>
            </a:r>
          </a:p>
          <a:p>
            <a:r>
              <a:rPr lang="en-IN" sz="3200" dirty="0"/>
              <a:t>A Modern Symmetric Key Encryption Algorithm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50F06B-56E4-24F7-1ED0-C11DA68847D9}"/>
              </a:ext>
            </a:extLst>
          </p:cNvPr>
          <p:cNvSpPr txBox="1"/>
          <p:nvPr/>
        </p:nvSpPr>
        <p:spPr>
          <a:xfrm>
            <a:off x="9336505" y="5584044"/>
            <a:ext cx="3240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Sangita(192373059)</a:t>
            </a:r>
          </a:p>
        </p:txBody>
      </p:sp>
    </p:spTree>
    <p:extLst>
      <p:ext uri="{BB962C8B-B14F-4D97-AF65-F5344CB8AC3E}">
        <p14:creationId xmlns:p14="http://schemas.microsoft.com/office/powerpoint/2010/main" val="4070018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1BBA9-8B8D-DA59-55AD-FD2431524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7B013-388D-F059-FC5C-66CFFA71C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Encryption Standard (AES) is a symmetric key encryption algorithm.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adopted by the U.S. National Institute of Standards and Technology (NIST) in 2001.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replaced the older Data Encryption Standard (DES) because DES became vulnerable to attacks.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one of the most secure and widely used encryption algorithms today.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AES?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security ,Fast encryption and decryption, Efficient for both hardware and software, Suitable for protecting sensitive information</a:t>
            </a:r>
          </a:p>
        </p:txBody>
      </p:sp>
    </p:spTree>
    <p:extLst>
      <p:ext uri="{BB962C8B-B14F-4D97-AF65-F5344CB8AC3E}">
        <p14:creationId xmlns:p14="http://schemas.microsoft.com/office/powerpoint/2010/main" val="1020574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86192-B045-2A59-378D-81BAC9D21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AES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375E2D-9CD1-AEBA-9940-5EAB16E070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459" y="2141537"/>
            <a:ext cx="5893804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54AD3C-C04C-536E-84D7-CA81C1091F35}"/>
              </a:ext>
            </a:extLst>
          </p:cNvPr>
          <p:cNvSpPr txBox="1"/>
          <p:nvPr/>
        </p:nvSpPr>
        <p:spPr>
          <a:xfrm>
            <a:off x="582361" y="1546780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Process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75D8E9-9701-E359-389B-050174E79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632" y="2023834"/>
            <a:ext cx="2800741" cy="47072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B924B80-F423-6ED4-505A-42A167C1E19C}"/>
              </a:ext>
            </a:extLst>
          </p:cNvPr>
          <p:cNvSpPr txBox="1"/>
          <p:nvPr/>
        </p:nvSpPr>
        <p:spPr>
          <a:xfrm>
            <a:off x="7347284" y="1577346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Operations Diagram </a:t>
            </a:r>
          </a:p>
        </p:txBody>
      </p:sp>
    </p:spTree>
    <p:extLst>
      <p:ext uri="{BB962C8B-B14F-4D97-AF65-F5344CB8AC3E}">
        <p14:creationId xmlns:p14="http://schemas.microsoft.com/office/powerpoint/2010/main" val="3669932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40BCE-92D3-1D64-AF20-8B4C3E1DB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Encryption Standard (DES)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347E4-53B6-3DFF-0631-45333B84B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93042" cy="4351338"/>
          </a:xfrm>
        </p:spPr>
        <p:txBody>
          <a:bodyPr>
            <a:normAutofit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Encryption Standard (DES) is a symmetric key encryption algorithm.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IBM and adopted as a U.S. standard in 1977.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same secret key for both encryption and decryption.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Encrypts data in 64-bit blocks using a 56-bit key.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was widely used in banking and government systems before AES.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63D14F-9320-24B2-08A6-1C5AE8735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5742" y="1509713"/>
            <a:ext cx="3458058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28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F7924-E982-9E3F-BECE-301D26597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AES and DES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DAA60A-9AF1-C022-6207-B95C44701E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3428675"/>
              </p:ext>
            </p:extLst>
          </p:nvPr>
        </p:nvGraphicFramePr>
        <p:xfrm>
          <a:off x="838200" y="1825625"/>
          <a:ext cx="10515597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73944868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30364037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251080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AES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50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Full Form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Encryption Standard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Advanced Encryption Standard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746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Year Introduced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1977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93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Algorithm Type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Symmetric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Symmetric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207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Block Size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64 bits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128 bits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590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Key Size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56 bits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128, 192, 256 bits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170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Number of Rounds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10, 12, or 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349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Security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Less Secure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Highly Secure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570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Speed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856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Current Status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Obsolete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Global Standard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13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8410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6241E-FB22-E21E-F43A-4695B8201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Features, Advantages, and Applications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A1C6419D-E24A-4899-F6C5-0E96DD1D3F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3929859"/>
              </p:ext>
            </p:extLst>
          </p:nvPr>
        </p:nvGraphicFramePr>
        <p:xfrm>
          <a:off x="957178" y="1439334"/>
          <a:ext cx="10031663" cy="4768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3394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326</Words>
  <Application>Microsoft Office PowerPoint</Application>
  <PresentationFormat>Widescreen</PresentationFormat>
  <Paragraphs>68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Cryptography and Its Network Security CSA5112</vt:lpstr>
      <vt:lpstr>Introduction What is AES?</vt:lpstr>
      <vt:lpstr>Working of AES</vt:lpstr>
      <vt:lpstr>Data Encryption Standard (DES)</vt:lpstr>
      <vt:lpstr>Difference Between AES and DES</vt:lpstr>
      <vt:lpstr>Features, Advantages, and 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ANVESH REDDY</dc:creator>
  <cp:lastModifiedBy>ANVESH REDDY</cp:lastModifiedBy>
  <cp:revision>1</cp:revision>
  <dcterms:created xsi:type="dcterms:W3CDTF">2026-07-21T08:12:52Z</dcterms:created>
  <dcterms:modified xsi:type="dcterms:W3CDTF">2026-07-21T09:54:18Z</dcterms:modified>
</cp:coreProperties>
</file>